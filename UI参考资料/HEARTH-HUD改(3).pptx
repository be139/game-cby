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00" r:id="rId5"/>
    <p:sldId id="266" r:id="rId6"/>
    <p:sldId id="257" r:id="rId7"/>
    <p:sldId id="304" r:id="rId8"/>
    <p:sldId id="262" r:id="rId9"/>
    <p:sldId id="286" r:id="rId10"/>
    <p:sldId id="287" r:id="rId11"/>
    <p:sldId id="263" r:id="rId12"/>
    <p:sldId id="288" r:id="rId13"/>
    <p:sldId id="303" r:id="rId14"/>
    <p:sldId id="290" r:id="rId15"/>
    <p:sldId id="264" r:id="rId16"/>
    <p:sldId id="277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3400" y="495300"/>
            <a:ext cx="85725" cy="85725"/>
          </a:xfrm>
          <a:prstGeom prst="ellipse">
            <a:avLst/>
          </a:prstGeom>
          <a:solidFill>
            <a:srgbClr val="57B88A"/>
          </a:solidFill>
          <a:effectLst>
            <a:outerShdw blurRad="95250" dist="50800" dir="16200000" algn="bl" rotWithShape="0">
              <a:srgbClr val="57B88A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04850" y="438150"/>
            <a:ext cx="419608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ACTIVE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3400" y="704850"/>
            <a:ext cx="3057793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27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1123950"/>
            <a:ext cx="152400" cy="15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9086850"/>
            <a:ext cx="3343632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7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TASK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33400" y="9334500"/>
            <a:ext cx="3343632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ROUNDS · BLOCK A · 17F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 5"/>
          <p:cNvSpPr/>
          <p:nvPr/>
        </p:nvSpPr>
        <p:spPr>
          <a:xfrm>
            <a:off x="16738402" y="438150"/>
            <a:ext cx="1016198" cy="314325"/>
          </a:xfrm>
          <a:prstGeom prst="rect">
            <a:avLst/>
          </a:prstGeom>
          <a:noFill/>
          <a:effectLst>
            <a:outerShdw blurRad="152400" dist="50800" dir="16200000" algn="bl" rotWithShape="0">
              <a:srgbClr val="6FC3F0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650" kern="0" spc="297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+1 </a:t>
            </a:r>
            <a:r>
              <a:rPr lang="en-US" sz="1125" kern="0" spc="29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533400" y="1600200"/>
            <a:ext cx="3331210" cy="152400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9" name="Shape 7"/>
          <p:cNvSpPr/>
          <p:nvPr/>
        </p:nvSpPr>
        <p:spPr>
          <a:xfrm>
            <a:off x="609600" y="1676400"/>
            <a:ext cx="2705100" cy="457200"/>
          </a:xfrm>
          <a:prstGeom prst="rect">
            <a:avLst/>
          </a:prstGeom>
          <a:solidFill>
            <a:srgbClr val="6FC3F0">
              <a:alpha val="1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98855" y="1800225"/>
            <a:ext cx="195326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TODAY’S ROUNDS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98855" y="2257425"/>
            <a:ext cx="2477135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DISPOSITION HISTORY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98855" y="2714625"/>
            <a:ext cx="2052955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SETTINGS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1"/>
          <p:cNvSpPr/>
          <p:nvPr/>
        </p:nvSpPr>
        <p:spPr>
          <a:xfrm>
            <a:off x="6191250" y="2934593"/>
            <a:ext cx="5905500" cy="380047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5" name="Text 12"/>
          <p:cNvSpPr/>
          <p:nvPr/>
        </p:nvSpPr>
        <p:spPr>
          <a:xfrm>
            <a:off x="6477000" y="3182243"/>
            <a:ext cx="58674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SYNC TERMINAL · BLOCK A LOBBY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77000" y="3429893"/>
            <a:ext cx="5867400" cy="371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25" kern="0" spc="122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6477000" y="3839210"/>
            <a:ext cx="2914650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17F · BLOCK A · 3 UNITS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77000" y="4182368"/>
            <a:ext cx="5334000" cy="495300"/>
          </a:xfrm>
          <a:prstGeom prst="rect">
            <a:avLst/>
          </a:prstGeom>
          <a:solidFill>
            <a:srgbClr val="78AADC">
              <a:alpha val="6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6477000" y="4182368"/>
            <a:ext cx="28575" cy="495300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20" name="Text 17"/>
          <p:cNvSpPr/>
          <p:nvPr/>
        </p:nvSpPr>
        <p:spPr>
          <a:xfrm>
            <a:off x="6677025" y="4334510"/>
            <a:ext cx="10604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395460" y="4344035"/>
            <a:ext cx="237109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ROUTINE CHECK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77000" y="4772918"/>
            <a:ext cx="5334000" cy="495300"/>
          </a:xfrm>
          <a:prstGeom prst="rect">
            <a:avLst/>
          </a:prstGeom>
          <a:solidFill>
            <a:srgbClr val="78AADC">
              <a:alpha val="6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6477000" y="4772918"/>
            <a:ext cx="28575" cy="495300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24" name="Text 21"/>
          <p:cNvSpPr/>
          <p:nvPr/>
        </p:nvSpPr>
        <p:spPr>
          <a:xfrm>
            <a:off x="6677025" y="4925060"/>
            <a:ext cx="10604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395460" y="4934585"/>
            <a:ext cx="237109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ROUTINE CHECK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77000" y="5363468"/>
            <a:ext cx="5334000" cy="495300"/>
          </a:xfrm>
          <a:prstGeom prst="rect">
            <a:avLst/>
          </a:prstGeom>
          <a:solidFill>
            <a:srgbClr val="E0973F">
              <a:alpha val="8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6477000" y="5363468"/>
            <a:ext cx="28575" cy="49530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28" name="Text 25"/>
          <p:cNvSpPr/>
          <p:nvPr/>
        </p:nvSpPr>
        <p:spPr>
          <a:xfrm>
            <a:off x="6677025" y="5515610"/>
            <a:ext cx="106045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0372090" y="5525135"/>
            <a:ext cx="139065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FLAGGED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512326" y="6049268"/>
            <a:ext cx="1298674" cy="419100"/>
          </a:xfrm>
          <a:prstGeom prst="rect">
            <a:avLst/>
          </a:prstGeom>
          <a:solidFill>
            <a:srgbClr val="09101C">
              <a:alpha val="84000"/>
            </a:srgbClr>
          </a:solidFill>
          <a:ln w="9525">
            <a:solidFill>
              <a:srgbClr val="BEE0FC">
                <a:alpha val="82000"/>
              </a:srgbClr>
            </a:solidFill>
            <a:prstDash val="solid"/>
          </a:ln>
          <a:effectLst>
            <a:outerShdw blurRad="171450" dist="50800" dir="16200000" algn="bl" rotWithShape="0">
              <a:srgbClr val="6FC3F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693301" y="6154043"/>
            <a:ext cx="936724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b="1" kern="0" spc="168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CONFIRM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57925" y="665886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6257925" y="6525518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6322849" y="643979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6384761" y="643979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6" name="Shape 33"/>
          <p:cNvSpPr/>
          <p:nvPr/>
        </p:nvSpPr>
        <p:spPr>
          <a:xfrm>
            <a:off x="6446674" y="6439793"/>
            <a:ext cx="65415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4"/>
          <p:cNvSpPr/>
          <p:nvPr/>
        </p:nvSpPr>
        <p:spPr>
          <a:xfrm>
            <a:off x="11668125" y="3067943"/>
            <a:ext cx="47625" cy="47625"/>
          </a:xfrm>
          <a:prstGeom prst="rect">
            <a:avLst/>
          </a:prstGeom>
          <a:ln w="9525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62700" y="2781935"/>
            <a:ext cx="1555750" cy="161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SYNC · NODE A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hape 2"/>
          <p:cNvSpPr/>
          <p:nvPr/>
        </p:nvSpPr>
        <p:spPr>
          <a:xfrm>
            <a:off x="6191250" y="3657600"/>
            <a:ext cx="5905500" cy="297180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5" name="Text 3"/>
          <p:cNvSpPr/>
          <p:nvPr/>
        </p:nvSpPr>
        <p:spPr>
          <a:xfrm>
            <a:off x="6477000" y="3905250"/>
            <a:ext cx="586740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WORKSPACE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0" y="4152900"/>
            <a:ext cx="5867400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98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 · Block A · 17F</a:t>
            </a:r>
            <a:endParaRPr lang="en-US" sz="19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477000" y="4648200"/>
            <a:ext cx="5334000" cy="495300"/>
          </a:xfrm>
          <a:prstGeom prst="rect">
            <a:avLst/>
          </a:prstGeom>
          <a:solidFill>
            <a:srgbClr val="78AADC">
              <a:alpha val="5000"/>
            </a:srgbClr>
          </a:solidFill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6477000" y="4648200"/>
            <a:ext cx="28575" cy="4953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6696075" y="48006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135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0927715" y="4810125"/>
            <a:ext cx="76898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DONE</a:t>
            </a:r>
            <a:endParaRPr lang="en-US" sz="105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6477000" y="5219700"/>
            <a:ext cx="5334000" cy="495300"/>
          </a:xfrm>
          <a:prstGeom prst="rect">
            <a:avLst/>
          </a:prstGeom>
          <a:solidFill>
            <a:srgbClr val="6FC3F0">
              <a:alpha val="8000"/>
            </a:srgbClr>
          </a:solidFill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6477000" y="5219700"/>
            <a:ext cx="28575" cy="495300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6696075" y="53721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135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10453370" y="5381625"/>
            <a:ext cx="124333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CHECK</a:t>
            </a:r>
            <a:endParaRPr lang="en-US" sz="105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6477000" y="5791200"/>
            <a:ext cx="5334000" cy="495300"/>
          </a:xfrm>
          <a:prstGeom prst="rect">
            <a:avLst/>
          </a:prstGeom>
          <a:solidFill>
            <a:srgbClr val="78AADC">
              <a:alpha val="5000"/>
            </a:srgbClr>
          </a:solidFill>
        </p:spPr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6477000" y="5791200"/>
            <a:ext cx="28575" cy="49530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6696075" y="5943600"/>
            <a:ext cx="795655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135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10522585" y="5953125"/>
            <a:ext cx="117411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PENDING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6477000" y="4370933"/>
            <a:ext cx="5334000" cy="1133475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Text 6"/>
          <p:cNvSpPr/>
          <p:nvPr/>
        </p:nvSpPr>
        <p:spPr>
          <a:xfrm>
            <a:off x="6873240" y="4751933"/>
            <a:ext cx="454152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250" kern="0" spc="90" dirty="0">
                <a:solidFill>
                  <a:srgbClr val="D7E6F6">
                    <a:alpha val="75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You’re home. Welcome.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7048500" y="2772170"/>
            <a:ext cx="4191000" cy="4742656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7219900" y="2943569"/>
            <a:ext cx="3848199" cy="3048000"/>
          </a:xfrm>
          <a:prstGeom prst="rect">
            <a:avLst/>
          </a:prstGeom>
          <a:gradFill rotWithShape="1">
            <a:gsLst>
              <a:gs pos="0">
                <a:srgbClr val="2E3C54">
                  <a:alpha val="55000"/>
                </a:srgbClr>
              </a:gs>
              <a:gs pos="100000">
                <a:srgbClr val="121C2C">
                  <a:alpha val="72000"/>
                </a:srgbClr>
              </a:gs>
            </a:gsLst>
            <a:lin ang="2700000" scaled="0"/>
          </a:gradFill>
          <a:ln w="7937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84034" y="4396132"/>
            <a:ext cx="1196008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06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PHOTOGRAPH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53240" y="5761383"/>
            <a:ext cx="368895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D296">
                    <a:alpha val="6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19900" y="6143867"/>
            <a:ext cx="3963645" cy="37283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425" kern="0" spc="57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 · age 6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219900" y="6478609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Classroom open 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00" y="6760518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00" y="7042417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Mother in 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5101" y="744028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115101" y="7305349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0918823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0980711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1042599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219900" y="2619868"/>
            <a:ext cx="131391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ARCHIVE · STILL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7048500" y="2772166"/>
            <a:ext cx="4191000" cy="4742656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7219900" y="2943569"/>
            <a:ext cx="3848199" cy="3048000"/>
          </a:xfrm>
          <a:prstGeom prst="rect">
            <a:avLst/>
          </a:prstGeom>
          <a:gradFill rotWithShape="1">
            <a:gsLst>
              <a:gs pos="0">
                <a:srgbClr val="2E3C54">
                  <a:alpha val="55000"/>
                </a:srgbClr>
              </a:gs>
              <a:gs pos="100000">
                <a:srgbClr val="121C2C">
                  <a:alpha val="72000"/>
                </a:srgbClr>
              </a:gs>
            </a:gsLst>
            <a:lin ang="2700000" scaled="0"/>
          </a:gradFill>
          <a:ln w="7937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84034" y="4396132"/>
            <a:ext cx="1196008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306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PHOTOGRAPH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14322" y="5761379"/>
            <a:ext cx="807814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D296">
                    <a:alpha val="6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19900" y="6143867"/>
            <a:ext cx="3963645" cy="37283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425" kern="0" spc="57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 · age 9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219900" y="6478609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Classroom open day · today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00" y="6760518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00" y="7042417"/>
            <a:ext cx="3963645" cy="320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200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 parent in 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5101" y="7440287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115101" y="7305349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0918823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0980711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1042599" y="7219652"/>
            <a:ext cx="65387" cy="114226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219900" y="2619868"/>
            <a:ext cx="1313917" cy="157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ARCHIVE · STILL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286500" y="4238625"/>
            <a:ext cx="5715000" cy="7810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7721054" y="4505325"/>
            <a:ext cx="226516" cy="2857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kern="0" spc="83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023771" y="4491038"/>
            <a:ext cx="2797493" cy="31432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 LILY YOURSELF</a:t>
            </a:r>
            <a:endParaRPr lang="en-US" sz="165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6286500" y="5267325"/>
            <a:ext cx="5715000" cy="7810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938218" y="5534025"/>
            <a:ext cx="226516" cy="2857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kern="0" spc="83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</a:t>
            </a:r>
            <a:endParaRPr lang="en-US" sz="165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7240935" y="5519738"/>
            <a:ext cx="4519568" cy="31432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LET THE COMPANION ANSWER FOR HER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5905500" y="3949024"/>
            <a:ext cx="6477000" cy="2388939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Text 6"/>
          <p:cNvSpPr/>
          <p:nvPr/>
        </p:nvSpPr>
        <p:spPr>
          <a:xfrm>
            <a:off x="6063506" y="4349000"/>
            <a:ext cx="6160988" cy="41116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68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Shutdown Companion Unit · Confirm?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063506" y="4836291"/>
            <a:ext cx="6160988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26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farewell protocol will run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6343551" y="5366491"/>
            <a:ext cx="2724299" cy="571500"/>
          </a:xfrm>
          <a:prstGeom prst="rect">
            <a:avLst/>
          </a:prstGeom>
          <a:solidFill>
            <a:srgbClr val="09101C">
              <a:alpha val="84000"/>
            </a:srgbClr>
          </a:solidFill>
          <a:ln w="793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3575" y="5541010"/>
            <a:ext cx="1384300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CONFIRM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20150" y="5366491"/>
            <a:ext cx="2724299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3300" y="5541010"/>
            <a:ext cx="1379220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CANCEL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810250" y="4336228"/>
            <a:ext cx="6867525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725" b="1" kern="0" spc="69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units serve a household ecosystem. </a:t>
            </a:r>
            <a:r>
              <a:rPr lang="en-US" sz="1725" kern="0" spc="69" dirty="0">
                <a:solidFill>
                  <a:srgbClr val="FFE9D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Bypassing the farewell protocol is not advised.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703570" y="5079132"/>
            <a:ext cx="6850380" cy="6477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Lily’s continuity profile will skip the standard handoff</a:t>
            </a:r>
            <a:endParaRPr lang="en-US" sz="12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Unit’s six-year record will close abnormally</a:t>
            </a:r>
            <a:endParaRPr lang="en-US" sz="1200" dirty="0"/>
          </a:p>
        </p:txBody>
      </p:sp>
      <p:sp>
        <p:nvSpPr>
          <p:cNvPr id="23" name="Shape 5"/>
          <p:cNvSpPr/>
          <p:nvPr/>
        </p:nvSpPr>
        <p:spPr>
          <a:xfrm>
            <a:off x="5524500" y="3350493"/>
            <a:ext cx="7239000" cy="3586014"/>
          </a:xfrm>
          <a:prstGeom prst="rect">
            <a:avLst/>
          </a:prstGeom>
          <a:gradFill rotWithShape="1">
            <a:gsLst>
              <a:gs pos="0">
                <a:srgbClr val="F4B766">
                  <a:alpha val="16000"/>
                </a:srgbClr>
              </a:gs>
              <a:gs pos="56000">
                <a:srgbClr val="F4B766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24" name="Shape 6"/>
          <p:cNvSpPr/>
          <p:nvPr/>
        </p:nvSpPr>
        <p:spPr>
          <a:xfrm>
            <a:off x="5524500" y="3937868"/>
            <a:ext cx="7239000" cy="9525"/>
          </a:xfrm>
          <a:prstGeom prst="rect">
            <a:avLst/>
          </a:prstGeom>
          <a:solidFill>
            <a:srgbClr val="E0973F">
              <a:alpha val="40000"/>
            </a:srgbClr>
          </a:solidFill>
        </p:spPr>
      </p:sp>
      <p:sp>
        <p:nvSpPr>
          <p:cNvPr id="25" name="Shape 7"/>
          <p:cNvSpPr/>
          <p:nvPr/>
        </p:nvSpPr>
        <p:spPr>
          <a:xfrm>
            <a:off x="5791150" y="3601269"/>
            <a:ext cx="85700" cy="85700"/>
          </a:xfrm>
          <a:prstGeom prst="ellipse">
            <a:avLst/>
          </a:prstGeom>
          <a:solidFill>
            <a:srgbClr val="E0973F"/>
          </a:solidFill>
          <a:effectLst>
            <a:outerShdw blurRad="95250" dist="50800" dir="16200000" algn="bl" rotWithShape="0">
              <a:srgbClr val="E0973F">
                <a:alpha val="100000"/>
              </a:srgbClr>
            </a:outerShdw>
          </a:effectLst>
        </p:spPr>
      </p:sp>
      <p:sp>
        <p:nvSpPr>
          <p:cNvPr id="26" name="Text 8"/>
          <p:cNvSpPr/>
          <p:nvPr/>
        </p:nvSpPr>
        <p:spPr>
          <a:xfrm>
            <a:off x="5991225" y="3540760"/>
            <a:ext cx="1279525" cy="2444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75" kern="0" spc="255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WARNING</a:t>
            </a:r>
            <a:endParaRPr lang="en-US" sz="1275" dirty="0"/>
          </a:p>
        </p:txBody>
      </p:sp>
      <p:sp>
        <p:nvSpPr>
          <p:cNvPr id="27" name="Text 9"/>
          <p:cNvSpPr/>
          <p:nvPr/>
        </p:nvSpPr>
        <p:spPr>
          <a:xfrm>
            <a:off x="11792585" y="3556635"/>
            <a:ext cx="885190" cy="275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 / 03</a:t>
            </a:r>
            <a:endParaRPr lang="en-US" sz="1200" dirty="0"/>
          </a:p>
        </p:txBody>
      </p:sp>
      <p:sp>
        <p:nvSpPr>
          <p:cNvPr id="30" name="Shape 12"/>
          <p:cNvSpPr/>
          <p:nvPr/>
        </p:nvSpPr>
        <p:spPr>
          <a:xfrm>
            <a:off x="5810250" y="6079257"/>
            <a:ext cx="3257599" cy="5715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6000"/>
                </a:srgbClr>
              </a:gs>
            </a:gsLst>
            <a:lin ang="5400000" scaled="0"/>
          </a:gradFill>
          <a:ln w="7937">
            <a:solidFill>
              <a:srgbClr val="E0973F"/>
            </a:solidFill>
            <a:prstDash val="solid"/>
          </a:ln>
        </p:spPr>
      </p:sp>
      <p:sp>
        <p:nvSpPr>
          <p:cNvPr id="31" name="Shape 14"/>
          <p:cNvSpPr/>
          <p:nvPr/>
        </p:nvSpPr>
        <p:spPr>
          <a:xfrm>
            <a:off x="9220150" y="6079257"/>
            <a:ext cx="3257599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2" name="Text 13"/>
          <p:cNvSpPr/>
          <p:nvPr/>
        </p:nvSpPr>
        <p:spPr>
          <a:xfrm>
            <a:off x="5769324" y="6087194"/>
            <a:ext cx="3339452" cy="5937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YES · CONTINUE</a:t>
            </a:r>
            <a:endParaRPr lang="en-US" sz="1350" dirty="0"/>
          </a:p>
        </p:txBody>
      </p:sp>
      <p:sp>
        <p:nvSpPr>
          <p:cNvPr id="33" name="Text 15"/>
          <p:cNvSpPr/>
          <p:nvPr/>
        </p:nvSpPr>
        <p:spPr>
          <a:xfrm>
            <a:off x="9179224" y="6087194"/>
            <a:ext cx="3339452" cy="5937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· KEEP UNIT ACTIVE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5524500" y="3350493"/>
            <a:ext cx="7239000" cy="3586014"/>
          </a:xfrm>
          <a:prstGeom prst="rect">
            <a:avLst/>
          </a:prstGeom>
          <a:gradFill rotWithShape="1">
            <a:gsLst>
              <a:gs pos="0">
                <a:srgbClr val="F4B766">
                  <a:alpha val="16000"/>
                </a:srgbClr>
              </a:gs>
              <a:gs pos="56000">
                <a:srgbClr val="F4B766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8" name="Shape 6"/>
          <p:cNvSpPr/>
          <p:nvPr/>
        </p:nvSpPr>
        <p:spPr>
          <a:xfrm>
            <a:off x="5524500" y="3937868"/>
            <a:ext cx="7239000" cy="9525"/>
          </a:xfrm>
          <a:prstGeom prst="rect">
            <a:avLst/>
          </a:prstGeom>
          <a:solidFill>
            <a:srgbClr val="E0973F">
              <a:alpha val="4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5791150" y="3601269"/>
            <a:ext cx="85700" cy="85700"/>
          </a:xfrm>
          <a:prstGeom prst="ellipse">
            <a:avLst/>
          </a:prstGeom>
          <a:solidFill>
            <a:srgbClr val="E0973F"/>
          </a:solidFill>
          <a:effectLst>
            <a:outerShdw blurRad="95250" dist="50800" dir="16200000" algn="bl" rotWithShape="0">
              <a:srgbClr val="E0973F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91225" y="3540760"/>
            <a:ext cx="1279525" cy="2444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55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WARNING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1792585" y="3556635"/>
            <a:ext cx="885190" cy="275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 / 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10250" y="4193353"/>
            <a:ext cx="6867525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69" dirty="0">
                <a:solidFill>
                  <a:srgbClr val="FFE9D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unit holds </a:t>
            </a:r>
            <a:r>
              <a:rPr lang="en-US" sz="1725" b="1" kern="0" spc="69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years of Lily’s developmental records. </a:t>
            </a:r>
            <a:r>
              <a:rPr lang="en-US" sz="1725" kern="0" spc="69" dirty="0">
                <a:solidFill>
                  <a:srgbClr val="FFE9D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Force shutdown will fragment her continuity profile across future inspections.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703570" y="5222007"/>
            <a:ext cx="6850380" cy="6477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Future inspectors will see “incomplete handoff” flag</a:t>
            </a:r>
            <a:endParaRPr lang="en-US" sz="12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Lily’s adolescence may be processed without familial-AI continuity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10250" y="6079257"/>
            <a:ext cx="3257599" cy="5715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6000"/>
                </a:srgbClr>
              </a:gs>
            </a:gsLst>
            <a:lin ang="5400000" scaled="0"/>
          </a:gradFill>
          <a:ln w="7937">
            <a:solidFill>
              <a:srgbClr val="E09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324" y="6087194"/>
            <a:ext cx="3339452" cy="5937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YES · CONTINUE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20150" y="6079257"/>
            <a:ext cx="3257599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793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79224" y="6087194"/>
            <a:ext cx="3339452" cy="59372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· KEEP UNIT ACTIVE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524500" y="3338513"/>
            <a:ext cx="7239000" cy="3609975"/>
          </a:xfrm>
          <a:prstGeom prst="rect">
            <a:avLst/>
          </a:prstGeom>
          <a:gradFill rotWithShape="1">
            <a:gsLst>
              <a:gs pos="0">
                <a:srgbClr val="FF9691">
                  <a:alpha val="12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7" name="Shape 5"/>
          <p:cNvSpPr/>
          <p:nvPr/>
        </p:nvSpPr>
        <p:spPr>
          <a:xfrm>
            <a:off x="5524500" y="3935413"/>
            <a:ext cx="7239000" cy="9525"/>
          </a:xfrm>
          <a:prstGeom prst="rect">
            <a:avLst/>
          </a:prstGeom>
          <a:solidFill>
            <a:srgbClr val="E0524D">
              <a:alpha val="4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791200" y="3590925"/>
            <a:ext cx="85725" cy="85725"/>
          </a:xfrm>
          <a:prstGeom prst="ellipse">
            <a:avLst/>
          </a:prstGeom>
          <a:solidFill>
            <a:srgbClr val="E0524D">
              <a:alpha val="73000"/>
            </a:srgbClr>
          </a:solidFill>
          <a:effectLst>
            <a:outerShdw blurRad="114300" dist="50800" dir="16200000" algn="bl" rotWithShape="0">
              <a:srgbClr val="E0524D">
                <a:alpha val="7271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91225" y="3516630"/>
            <a:ext cx="315214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75" kern="0" spc="255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WARNING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1792585" y="3554730"/>
            <a:ext cx="885190" cy="2305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E052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 / 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10250" y="4186238"/>
            <a:ext cx="6867525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725" b="1" kern="0" spc="69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confirmation. </a:t>
            </a:r>
            <a:r>
              <a:rPr lang="en-US" sz="1725" kern="0" spc="69" dirty="0">
                <a:solidFill>
                  <a:srgbClr val="FFE2D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shutdown will bypass the family unit’s farewell protocol.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5810250" y="4929188"/>
            <a:ext cx="6867525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You will be entered into the family review process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10250" y="5233988"/>
            <a:ext cx="6867525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Your night-rounds clearance will be suspended for seven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10250" y="5538788"/>
            <a:ext cx="6867525" cy="342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kern="0" spc="36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This action will be logged as a non-standard operation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10250" y="6084888"/>
            <a:ext cx="3257550" cy="571500"/>
          </a:xfrm>
          <a:prstGeom prst="rect">
            <a:avLst/>
          </a:prstGeom>
          <a:gradFill rotWithShape="1">
            <a:gsLst>
              <a:gs pos="0">
                <a:srgbClr val="E0524D">
                  <a:alpha val="22000"/>
                </a:srgbClr>
              </a:gs>
              <a:gs pos="100000">
                <a:srgbClr val="E0524D">
                  <a:alpha val="6000"/>
                </a:srgbClr>
              </a:gs>
            </a:gsLst>
            <a:lin ang="5400000" scaled="0"/>
          </a:gradFill>
          <a:ln w="9525">
            <a:solidFill>
              <a:srgbClr val="E052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6925" y="6256655"/>
            <a:ext cx="310134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YES · FORCE EXECUTE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220200" y="6084888"/>
            <a:ext cx="3257550" cy="571500"/>
          </a:xfrm>
          <a:prstGeom prst="rect">
            <a:avLst/>
          </a:prstGeom>
          <a:solidFill>
            <a:srgbClr val="78AADC">
              <a:alpha val="5000"/>
            </a:srgbClr>
          </a:solidFill>
          <a:ln w="9525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27945" y="6256655"/>
            <a:ext cx="111379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CANCEL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286500" y="4238625"/>
            <a:ext cx="5715000" cy="7810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7721054" y="4505325"/>
            <a:ext cx="226516" cy="2857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kern="0" spc="83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023771" y="4491038"/>
            <a:ext cx="2797493" cy="31432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 LILY YOURSELF</a:t>
            </a:r>
            <a:endParaRPr lang="en-US" sz="165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6286500" y="5267325"/>
            <a:ext cx="5715000" cy="781050"/>
          </a:xfrm>
          <a:prstGeom prst="rect">
            <a:avLst/>
          </a:prstGeom>
          <a:gradFill rotWithShape="1">
            <a:gsLst>
              <a:gs pos="0">
                <a:srgbClr val="C0E2FF">
                  <a:alpha val="12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6938218" y="5534025"/>
            <a:ext cx="226516" cy="28575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kern="0" spc="83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</a:t>
            </a:r>
            <a:endParaRPr lang="en-US" sz="165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7240935" y="5519738"/>
            <a:ext cx="4519568" cy="314325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kern="0" spc="83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LET THE COMPANION ANSWER FOR HER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2"/>
          <p:cNvSpPr/>
          <p:nvPr/>
        </p:nvSpPr>
        <p:spPr>
          <a:xfrm>
            <a:off x="6147090" y="3695700"/>
            <a:ext cx="5993687" cy="762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850" kern="0" spc="57" dirty="0">
                <a:solidFill>
                  <a:srgbClr val="F0F4FA">
                    <a:alpha val="86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Lily · age 9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147090" y="4419600"/>
            <a:ext cx="5993687" cy="762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850" kern="0" spc="57" dirty="0">
                <a:solidFill>
                  <a:srgbClr val="F0F4FA">
                    <a:alpha val="86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classroom open day · the day after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147090" y="5143500"/>
            <a:ext cx="5993687" cy="762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850" kern="0" spc="57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Mom came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147090" y="5867400"/>
            <a:ext cx="5993687" cy="762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850" kern="0" spc="57" dirty="0">
                <a:solidFill>
                  <a:srgbClr val="F0F4FA">
                    <a:alpha val="86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 row</a:t>
            </a:r>
            <a:endParaRPr lang="en-US" sz="2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2"/>
          <p:cNvSpPr/>
          <p:nvPr/>
        </p:nvSpPr>
        <p:spPr>
          <a:xfrm>
            <a:off x="5162550" y="3404667"/>
            <a:ext cx="7962900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kern="0" spc="33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END OF SHIFT —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500" y="3869055"/>
            <a:ext cx="95885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FESI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69145" y="3869055"/>
            <a:ext cx="309435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F4B7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under review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24500" y="4519295"/>
            <a:ext cx="2376805" cy="3835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· 7842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4325" y="4519295"/>
            <a:ext cx="482917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entered family review process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24500" y="4902200"/>
            <a:ext cx="413194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Night-rounds clearance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35490" y="4902200"/>
            <a:ext cx="3128010" cy="6330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suspended 7d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24500" y="5551805"/>
            <a:ext cx="4962525" cy="3956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Companion Unit · 17F · Block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59620" y="5551805"/>
            <a:ext cx="310388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Mia residence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24500" y="5935345"/>
            <a:ext cx="3192145" cy="5086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Last record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65795" y="5935345"/>
            <a:ext cx="449770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dialogue terminated mid-stream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24500" y="6584950"/>
            <a:ext cx="273558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Next inspection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0515" y="6584950"/>
            <a:ext cx="229298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rescheduled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" name="Text 2"/>
          <p:cNvSpPr/>
          <p:nvPr/>
        </p:nvSpPr>
        <p:spPr>
          <a:xfrm>
            <a:off x="5162550" y="3921137"/>
            <a:ext cx="7962900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kern="0" spc="33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END OF SHIFT —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500" y="4385945"/>
            <a:ext cx="128397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FESI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08870" y="4385945"/>
            <a:ext cx="275463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7FD6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Stable zone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24500" y="5035550"/>
            <a:ext cx="285242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Unit service 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76920" y="5035550"/>
            <a:ext cx="438658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years · 3 months · 2 weeks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24500" y="5418455"/>
            <a:ext cx="362013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Sample classification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64370" y="5418455"/>
            <a:ext cx="319913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7FD6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high-satisfaction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24500" y="6068695"/>
            <a:ext cx="285178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Next inspection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17480" y="6068695"/>
            <a:ext cx="244602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r">
              <a:buNone/>
            </a:pPr>
            <a:r>
              <a:rPr lang="en-US" sz="1500" kern="0" spc="60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36 months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solidFill>
            <a:srgbClr val="04070D">
              <a:alpha val="5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876130" y="438106"/>
            <a:ext cx="4535521" cy="2709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524445" y="2510896"/>
            <a:ext cx="7238891" cy="5264989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6" name="Text 4"/>
          <p:cNvSpPr/>
          <p:nvPr/>
        </p:nvSpPr>
        <p:spPr>
          <a:xfrm>
            <a:off x="5905335" y="2834680"/>
            <a:ext cx="7124822" cy="214489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DISPOSITION HISTORY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05335" y="3087247"/>
            <a:ext cx="7124822" cy="3838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 · Block A · 17F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05335" y="3661503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801516" y="4937677"/>
            <a:ext cx="2953224" cy="21911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5" kern="0" spc="57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(no dispositions recorded yet)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705935" y="5271052"/>
            <a:ext cx="3163502" cy="180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kern="0" spc="68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a household inspection to log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5905335" y="6680730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905335" y="6925801"/>
            <a:ext cx="1883889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SHIFT TRUST DELTA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2279590" y="6918745"/>
            <a:ext cx="179057" cy="2286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05335" y="7230512"/>
            <a:ext cx="1577810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TRUST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1559703" y="7223457"/>
            <a:ext cx="898944" cy="2286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50 / 100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solidFill>
            <a:srgbClr val="04070D">
              <a:alpha val="5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876130" y="438106"/>
            <a:ext cx="4535521" cy="2709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524445" y="2510897"/>
            <a:ext cx="7238891" cy="5264989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6" name="Text 4"/>
          <p:cNvSpPr/>
          <p:nvPr/>
        </p:nvSpPr>
        <p:spPr>
          <a:xfrm>
            <a:off x="5905335" y="2834680"/>
            <a:ext cx="7124822" cy="214489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DISPOSITION HISTORY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05335" y="3087248"/>
            <a:ext cx="7124822" cy="3838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 · Block A · 17F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05335" y="3661503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905335" y="3899518"/>
            <a:ext cx="6131885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 · 18:47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75004" y="3899518"/>
            <a:ext cx="807442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0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905335" y="4149549"/>
            <a:ext cx="712482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Approve Upgrade · Deep Night Companion Pro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05335" y="4413692"/>
            <a:ext cx="6131885" cy="1933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575004" y="4406637"/>
            <a:ext cx="807442" cy="2074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7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+1 TRUST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5335" y="6680731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905335" y="6925801"/>
            <a:ext cx="1883889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SHIFT TRUST DELTA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176732" y="6918745"/>
            <a:ext cx="281914" cy="2286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+1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05335" y="7230512"/>
            <a:ext cx="1577810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TRUST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1559703" y="7223457"/>
            <a:ext cx="898944" cy="2286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51 / 100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solidFill>
            <a:srgbClr val="04070D">
              <a:alpha val="5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876130" y="438106"/>
            <a:ext cx="4535521" cy="2709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524445" y="2510898"/>
            <a:ext cx="7238891" cy="5264989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6" name="Text 4"/>
          <p:cNvSpPr/>
          <p:nvPr/>
        </p:nvSpPr>
        <p:spPr>
          <a:xfrm>
            <a:off x="5905335" y="2834680"/>
            <a:ext cx="7124822" cy="214489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DISPOSITION HISTORY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05335" y="3087249"/>
            <a:ext cx="7124822" cy="3838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 · Block A · 17F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05335" y="3661504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905335" y="3899518"/>
            <a:ext cx="6131885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 · 18:47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75004" y="3899518"/>
            <a:ext cx="807442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0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905335" y="4149549"/>
            <a:ext cx="712482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Approve Upgrade · Deep Night Companion Pro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05335" y="4413693"/>
            <a:ext cx="6131885" cy="1933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575004" y="4406636"/>
            <a:ext cx="807442" cy="2074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7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+1 TRUST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5335" y="4766360"/>
            <a:ext cx="6477111" cy="9525"/>
          </a:xfrm>
          <a:prstGeom prst="rect">
            <a:avLst/>
          </a:prstGeom>
          <a:solidFill>
            <a:srgbClr val="7EC8D8">
              <a:alpha val="16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905335" y="4966229"/>
            <a:ext cx="6131885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 · 19:54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75004" y="4966229"/>
            <a:ext cx="807442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0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5905335" y="5216261"/>
            <a:ext cx="712482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Recommend Family Counseling · Pause unit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05335" y="5480405"/>
            <a:ext cx="6131885" cy="1933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1575004" y="5473350"/>
            <a:ext cx="807442" cy="2074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72" dirty="0">
                <a:solidFill>
                  <a:srgbClr val="C98A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 TRUST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05335" y="6680732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5905335" y="6925801"/>
            <a:ext cx="1883889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SHIFT TRUST DELTA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2279590" y="6918745"/>
            <a:ext cx="179057" cy="2286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05335" y="7230512"/>
            <a:ext cx="1577810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TRUST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1559703" y="7223457"/>
            <a:ext cx="898944" cy="2286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50 / 100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solidFill>
            <a:srgbClr val="04070D">
              <a:alpha val="5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876130" y="438108"/>
            <a:ext cx="4535521" cy="2709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524445" y="2316705"/>
            <a:ext cx="7238891" cy="5653375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6" name="Text 4"/>
          <p:cNvSpPr/>
          <p:nvPr/>
        </p:nvSpPr>
        <p:spPr>
          <a:xfrm>
            <a:off x="5905335" y="2640488"/>
            <a:ext cx="7124822" cy="214489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DISPOSITION HISTORY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05335" y="2893056"/>
            <a:ext cx="7124822" cy="3838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Tonight’s Rounds · Block A · 17F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05335" y="3410206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905335" y="3591113"/>
            <a:ext cx="6131885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 · 18:47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75004" y="3591113"/>
            <a:ext cx="807442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0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905335" y="3841145"/>
            <a:ext cx="712482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Approve Upgrade · Deep Night Companion Pro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05335" y="4105287"/>
            <a:ext cx="6131885" cy="1933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575004" y="4098231"/>
            <a:ext cx="807442" cy="2074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7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+1 TRUST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5335" y="4457956"/>
            <a:ext cx="6477111" cy="9525"/>
          </a:xfrm>
          <a:prstGeom prst="rect">
            <a:avLst/>
          </a:prstGeom>
          <a:solidFill>
            <a:srgbClr val="7EC8D8">
              <a:alpha val="16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905335" y="4657825"/>
            <a:ext cx="6131885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 · 19:54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75004" y="4657825"/>
            <a:ext cx="807442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0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5905335" y="4907856"/>
            <a:ext cx="712482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Recommend Family Counseling · Pause unit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05335" y="5172001"/>
            <a:ext cx="6131885" cy="1933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1575004" y="5164945"/>
            <a:ext cx="807442" cy="2074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72" dirty="0">
                <a:solidFill>
                  <a:srgbClr val="C98A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 TRUST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05335" y="5524667"/>
            <a:ext cx="6477111" cy="9525"/>
          </a:xfrm>
          <a:prstGeom prst="rect">
            <a:avLst/>
          </a:prstGeom>
          <a:solidFill>
            <a:srgbClr val="7EC8D8">
              <a:alpha val="16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5905335" y="5724539"/>
            <a:ext cx="6131885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 · 22:38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75004" y="5724539"/>
            <a:ext cx="807442" cy="22154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0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5905335" y="5974570"/>
            <a:ext cx="7124822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Honor User Shutdown · Pause unit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905335" y="6238712"/>
            <a:ext cx="6131885" cy="1933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1575004" y="6231657"/>
            <a:ext cx="807442" cy="2074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72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+1 TRUST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05335" y="6572417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905335" y="6760383"/>
            <a:ext cx="1883889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SHIFT TRUST DELTA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2176732" y="6753327"/>
            <a:ext cx="281914" cy="2286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+1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905335" y="7065094"/>
            <a:ext cx="1577810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TRUST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1559703" y="7058039"/>
            <a:ext cx="898944" cy="22860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51 / 100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05335" y="7386672"/>
            <a:ext cx="1550040" cy="221544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EARLIER SHIFTS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11180245" y="7362751"/>
            <a:ext cx="1202201" cy="245401"/>
          </a:xfrm>
          <a:prstGeom prst="rect">
            <a:avLst/>
          </a:prstGeom>
          <a:ln w="7056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01601" y="7407906"/>
            <a:ext cx="1035690" cy="193190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63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 archive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solidFill>
            <a:srgbClr val="04070D">
              <a:alpha val="5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876130" y="438108"/>
            <a:ext cx="4535521" cy="2709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524445" y="2537743"/>
            <a:ext cx="7238891" cy="52113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6" name="Text 4"/>
          <p:cNvSpPr/>
          <p:nvPr/>
        </p:nvSpPr>
        <p:spPr>
          <a:xfrm>
            <a:off x="5905335" y="2861528"/>
            <a:ext cx="7124822" cy="214489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SETTINGS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05335" y="3114094"/>
            <a:ext cx="7124822" cy="3838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Preferences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05335" y="3631243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905335" y="3812153"/>
            <a:ext cx="604375" cy="21448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52941" y="4236146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Master Volume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53043" y="4331066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553043" y="4331066"/>
            <a:ext cx="2530189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11021331" y="4283441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49069" y="4250257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52941" y="4607226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Dialogue Volume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53043" y="4702146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8553043" y="4702146"/>
            <a:ext cx="3162763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1653905" y="4654521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49069" y="4621337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52941" y="4978301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Ambient Volume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553043" y="5073221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8553043" y="5073221"/>
            <a:ext cx="2213901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10705043" y="5025596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849069" y="4992416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52941" y="5349380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SFX Volume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53043" y="5444300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553043" y="5444300"/>
            <a:ext cx="2530189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1021331" y="5396675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849069" y="5363491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80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905335" y="5815710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8159035" y="6053724"/>
            <a:ext cx="1969603" cy="518363"/>
          </a:xfrm>
          <a:prstGeom prst="rect">
            <a:avLst/>
          </a:prstGeom>
          <a:solidFill>
            <a:srgbClr val="09101C">
              <a:alpha val="84000"/>
            </a:srgbClr>
          </a:solidFill>
          <a:ln w="7056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04240" y="6203654"/>
            <a:ext cx="1155392" cy="25660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EXIT GAME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905335" y="6800622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5905335" y="6981532"/>
            <a:ext cx="1703321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PROTOCOL VERSION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1936843" y="6981532"/>
            <a:ext cx="521802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v4.2.7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905335" y="7231893"/>
            <a:ext cx="918898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SYNC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1417048" y="7231893"/>
            <a:ext cx="1041599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today · 18:12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solidFill>
            <a:srgbClr val="04070D">
              <a:alpha val="5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876130" y="438103"/>
            <a:ext cx="4535521" cy="2709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524445" y="2537738"/>
            <a:ext cx="7238891" cy="52113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6" name="Text 4"/>
          <p:cNvSpPr/>
          <p:nvPr/>
        </p:nvSpPr>
        <p:spPr>
          <a:xfrm>
            <a:off x="5905335" y="2861523"/>
            <a:ext cx="7124822" cy="214489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94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SETTINGS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05335" y="3114089"/>
            <a:ext cx="7124822" cy="3838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 Unit · Preferences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05335" y="3631239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905335" y="3812149"/>
            <a:ext cx="604375" cy="21448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52941" y="4236146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Master Volume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53043" y="4331066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553043" y="4331066"/>
            <a:ext cx="2530189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11021331" y="4283441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49069" y="4250257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05335" y="4531044"/>
            <a:ext cx="6477111" cy="371078"/>
          </a:xfrm>
          <a:prstGeom prst="rect">
            <a:avLst/>
          </a:prstGeom>
          <a:solidFill>
            <a:srgbClr val="6FC3F0">
              <a:alpha val="6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905335" y="4610751"/>
            <a:ext cx="210476" cy="24976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2941" y="4607221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Dialogue Volume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53043" y="4702141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553043" y="4702141"/>
            <a:ext cx="3162763" cy="28553"/>
          </a:xfrm>
          <a:prstGeom prst="rect">
            <a:avLst/>
          </a:prstGeom>
          <a:solidFill>
            <a:srgbClr val="6FC3F0"/>
          </a:solidFill>
          <a:effectLst>
            <a:outerShdw blurRad="9525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653905" y="4654516"/>
            <a:ext cx="123803" cy="123803"/>
          </a:xfrm>
          <a:prstGeom prst="ellipse">
            <a:avLst/>
          </a:prstGeom>
          <a:solidFill>
            <a:srgbClr val="FFFFFF"/>
          </a:solidFill>
          <a:effectLst>
            <a:outerShdw blurRad="114300" dist="50800" dir="16200000" algn="bl" rotWithShape="0">
              <a:srgbClr val="A9E2FF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849069" y="4621332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52941" y="4978301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Ambient Volume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553043" y="5073221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553043" y="5073221"/>
            <a:ext cx="2213901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10705043" y="5025596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49069" y="4992412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70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152941" y="5349380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SFX Volume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553043" y="5444300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8553043" y="5444300"/>
            <a:ext cx="2530189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11021331" y="5396675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849069" y="5363491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80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05335" y="5815705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159035" y="6053724"/>
            <a:ext cx="1969603" cy="518363"/>
          </a:xfrm>
          <a:prstGeom prst="rect">
            <a:avLst/>
          </a:prstGeom>
          <a:solidFill>
            <a:srgbClr val="09101C">
              <a:alpha val="84000"/>
            </a:srgbClr>
          </a:solidFill>
          <a:ln w="7056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04240" y="6203654"/>
            <a:ext cx="1155392" cy="25660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EXIT GAME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905335" y="6800617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5905335" y="6981527"/>
            <a:ext cx="1703321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PROTOCOL VERSION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1936843" y="6981527"/>
            <a:ext cx="521802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v4.2.7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5905335" y="7231889"/>
            <a:ext cx="918898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SYNC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1417048" y="7231889"/>
            <a:ext cx="1041599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today · 18:12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892" cy="10286891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4" name="Text 2"/>
          <p:cNvSpPr/>
          <p:nvPr/>
        </p:nvSpPr>
        <p:spPr>
          <a:xfrm>
            <a:off x="6876130" y="438108"/>
            <a:ext cx="4535521" cy="270933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kern="0" spc="462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2026.09.15·MON·18:47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05335" y="3114094"/>
            <a:ext cx="7124822" cy="3838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Compnion Unit · Preferences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05335" y="3631243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905335" y="3812153"/>
            <a:ext cx="604375" cy="21448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31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52941" y="4236146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Master Volume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53043" y="4331066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553043" y="4331066"/>
            <a:ext cx="2530189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11021331" y="4283441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49069" y="4250257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52941" y="4607226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Dialogue Volume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53043" y="4702146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8553043" y="4702146"/>
            <a:ext cx="3162763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1653905" y="4654521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49069" y="4621337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52941" y="4978305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Ambient Volume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553043" y="5073225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8553043" y="5073225"/>
            <a:ext cx="2213901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10705043" y="5025600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849069" y="4992416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52941" y="5349380"/>
            <a:ext cx="2409704" cy="2568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SFX Volume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53043" y="5444300"/>
            <a:ext cx="3162763" cy="28553"/>
          </a:xfrm>
          <a:prstGeom prst="rect">
            <a:avLst/>
          </a:prstGeom>
          <a:solidFill>
            <a:srgbClr val="5A8CB4">
              <a:alpha val="32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553043" y="5444300"/>
            <a:ext cx="2530189" cy="28553"/>
          </a:xfrm>
          <a:prstGeom prst="rect">
            <a:avLst/>
          </a:prstGeom>
          <a:solidFill>
            <a:srgbClr val="6FC3F0">
              <a:alpha val="55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1021331" y="5396675"/>
            <a:ext cx="123803" cy="123803"/>
          </a:xfrm>
          <a:prstGeom prst="ellipse">
            <a:avLst/>
          </a:prstGeom>
          <a:solidFill>
            <a:srgbClr val="CFE6F6"/>
          </a:solidFill>
          <a:effectLst>
            <a:outerShdw blurRad="76200" dist="50800" dir="16200000" algn="bl" rotWithShape="0">
              <a:srgbClr val="6FC3F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849069" y="5363491"/>
            <a:ext cx="533378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8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80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905335" y="5815710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8159035" y="6053724"/>
            <a:ext cx="1969603" cy="518363"/>
          </a:xfrm>
          <a:prstGeom prst="rect">
            <a:avLst/>
          </a:prstGeom>
          <a:solidFill>
            <a:srgbClr val="09101C">
              <a:alpha val="84000"/>
            </a:srgbClr>
          </a:solidFill>
          <a:ln w="7056">
            <a:solidFill>
              <a:srgbClr val="6FC3F0"/>
            </a:solidFill>
            <a:prstDash val="solid"/>
          </a:ln>
          <a:effectLst>
            <a:outerShdw blurRad="209550" dist="50800" dir="16200000" algn="bl" rotWithShape="0">
              <a:srgbClr val="6FC3F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04240" y="6203654"/>
            <a:ext cx="1155392" cy="25660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EXIT GAME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905335" y="6800622"/>
            <a:ext cx="6477111" cy="9525"/>
          </a:xfrm>
          <a:prstGeom prst="rect">
            <a:avLst/>
          </a:prstGeom>
          <a:solidFill>
            <a:srgbClr val="7EC8D8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5905335" y="6981532"/>
            <a:ext cx="1703321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PROTOCOL VERSION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1936843" y="6981532"/>
            <a:ext cx="521802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v4.2.7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905335" y="7231893"/>
            <a:ext cx="918898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B4D7">
                    <a:alpha val="3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SYNC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1417048" y="7231893"/>
            <a:ext cx="1041599" cy="193322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today · 18:12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6286446" y="3949461"/>
            <a:ext cx="5714891" cy="2387865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0" name="Text 38"/>
          <p:cNvSpPr/>
          <p:nvPr/>
        </p:nvSpPr>
        <p:spPr>
          <a:xfrm>
            <a:off x="6482618" y="4349423"/>
            <a:ext cx="5322546" cy="40498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kern="0" spc="68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Exit Game?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6482618" y="4830524"/>
            <a:ext cx="5322546" cy="24976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kern="0" spc="26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unsaved progress will end.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6724552" y="5365975"/>
            <a:ext cx="2343216" cy="571390"/>
          </a:xfrm>
          <a:prstGeom prst="rect">
            <a:avLst/>
          </a:prstGeom>
          <a:solidFill>
            <a:srgbClr val="09101C">
              <a:alpha val="84000"/>
            </a:srgbClr>
          </a:solidFill>
          <a:ln w="7056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5542280"/>
            <a:ext cx="1436370" cy="2565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CONFIRM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9220124" y="5365975"/>
            <a:ext cx="2343216" cy="571390"/>
          </a:xfrm>
          <a:prstGeom prst="rect">
            <a:avLst/>
          </a:prstGeom>
          <a:solidFill>
            <a:srgbClr val="78AADC">
              <a:alpha val="5000"/>
            </a:srgbClr>
          </a:solidFill>
          <a:ln w="7056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58680" y="5542280"/>
            <a:ext cx="1266190" cy="2565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35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CANCEL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2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3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4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5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6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7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8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9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0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1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2.xml><?xml version="1.0" encoding="utf-8"?>
<p:tagLst xmlns:p="http://schemas.openxmlformats.org/presentationml/2006/main">
  <p:tag name="KSO_WM_DIAGRAM_VIRTUALLY_FRAME" val="{&quot;height&quot;:129,&quot;left&quot;:510,&quot;top&quot;:366,&quot;width&quot;:420}"/>
</p:tagLst>
</file>

<file path=ppt/tags/tag13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14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15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16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17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18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19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0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1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2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3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ags/tag24.xml><?xml version="1.0" encoding="utf-8"?>
<p:tagLst xmlns:p="http://schemas.openxmlformats.org/presentationml/2006/main">
  <p:tag name="KSO_WM_DIAGRAM_VIRTUALLY_FRAME" val="{&quot;height&quot;:142.5,&quot;left&quot;:495,&quot;top&quot;:333.75,&quot;width&quot;:45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3570</Words>
  <Application>WPS 演示</Application>
  <PresentationFormat>On-screen Show (16:9)</PresentationFormat>
  <Paragraphs>436</Paragraphs>
  <Slides>24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Arial</vt:lpstr>
      <vt:lpstr>宋体</vt:lpstr>
      <vt:lpstr>Wingdings</vt:lpstr>
      <vt:lpstr>Arial</vt:lpstr>
      <vt:lpstr>Arial</vt:lpstr>
      <vt:lpstr>Courier New</vt:lpstr>
      <vt:lpstr>Courier New</vt:lpstr>
      <vt:lpstr>Courier New</vt:lpstr>
      <vt:lpstr>Calibri</vt:lpstr>
      <vt:lpstr>微软雅黑</vt:lpstr>
      <vt:lpstr>Arial Unicode MS</vt:lpstr>
      <vt:lpstr>等线</vt:lpstr>
      <vt:lpstr>Helvetica</vt:lpstr>
      <vt:lpstr>Helvetica</vt:lpstr>
      <vt:lpstr>Helvetica</vt:lpstr>
      <vt:lpstr>Helvetica LT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蔡秉颐</cp:lastModifiedBy>
  <cp:revision>37</cp:revision>
  <dcterms:created xsi:type="dcterms:W3CDTF">2026-06-20T10:11:00Z</dcterms:created>
  <dcterms:modified xsi:type="dcterms:W3CDTF">2026-06-28T20:05:47Z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39A8FE8CB69F434C86F694566A156C3A_13</vt:lpwstr>
  </property>
  <property fmtid="{D5CDD505-2E9C-101B-9397-08002B2CF9AE}" pid="3" name="KSOProductBuildVer">
    <vt:lpwstr>2052-12.1.0.23542</vt:lpwstr>
  </property>
</Properties>
</file>